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GenAI Character Design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71800"/>
            <a:ext cx="1463040" cy="6400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D2DCF5"/>
                </a:solidFill>
              </a:defRPr>
            </a:pPr>
            <a:r>
              <a:t>Case Study 65 - GenAI for Video Game Character Design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D2DCF5"/>
                </a:solidFill>
              </a:defRPr>
            </a:pPr>
            <a:r>
              <a:t>An AI-assisted game-design workflow with consistency checking, guardrails and human creative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Suraj T   |   USN: 1DS23AI058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CASE STUDY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Studios want GenAI to speed up character concepts, dialogue and story variations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But raw AI output breaks game rules and lore (wrong magic, guns in a medieval world, living dragons...)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It can copy famous characters or artists: copyright risk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It can produce content unsuitable for the age rating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Every call costs money and compute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Designers must keep creative control: AI should assist, not replace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Our solution: a guarded design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77440"/>
            <a:ext cx="1170432" cy="1143000"/>
          </a:xfrm>
          <a:prstGeom prst="roundRect">
            <a:avLst/>
          </a:prstGeom>
          <a:solidFill>
            <a:srgbClr val="2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Designer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3352" y="2377440"/>
            <a:ext cx="1170432" cy="114300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 guardrail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5224" y="2377440"/>
            <a:ext cx="1170432" cy="1143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Cache, budget,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7096" y="2377440"/>
            <a:ext cx="1170432" cy="1143000"/>
          </a:xfrm>
          <a:prstGeom prst="round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Generator (Game Bible)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8968" y="2377440"/>
            <a:ext cx="1170432" cy="114300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77440"/>
            <a:ext cx="1170432" cy="1143000"/>
          </a:xfrm>
          <a:prstGeom prst="round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Consistency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2377440"/>
            <a:ext cx="1170432" cy="1143000"/>
          </a:xfrm>
          <a:prstGeom prst="round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Auto-repair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2377440"/>
            <a:ext cx="1170432" cy="1143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06456" y="2377440"/>
            <a:ext cx="1170432" cy="1143000"/>
          </a:xfrm>
          <a:prstGeom prst="roundRect">
            <a:avLst/>
          </a:prstGeom>
          <a:solidFill>
            <a:srgbClr val="2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Export +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114800"/>
            <a:ext cx="3840480" cy="822960"/>
          </a:xfrm>
          <a:prstGeom prst="round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02C4A"/>
                </a:solidFill>
              </a:defRPr>
            </a:pPr>
            <a:r>
              <a:t>📖 Game Bible: rules · lore · factions · banned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A5A5A"/>
                </a:solidFill>
              </a:defRPr>
            </a:pPr>
            <a:r>
              <a:t>The Game Bible grounds both generation and checking. Errors trigger auto-repair of only the broken fields, which then pass through the guardrails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Game Bible = single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World: Aethervale, a high-fantasy RPG rated PEGI 12, set at a medieval tech level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4 factions, each with allowed magic elements, colours, naming rules and a rival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Lore facts, e.g. 'Dragons are extinct'; contradictions are detected with patterns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Forbidden tech list: gun, laser, robot, electricity...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Editable in the app: change a rule and every new generation and check follows it immediately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Injected into every prompt, so the model and the checker see the same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Consistency checking and auto-repair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R1  Abilities use only the faction's elements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R2  No technology beyond the world's tech level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R3  No contradictions with established lore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R4  Colour palette matches the faction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R5  Name follows faction naming conventions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R6  Dialogue lines respect the length limit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R7  Character is placed in a valid faction, class and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37360"/>
            <a:ext cx="2377440" cy="146304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Raw AI draft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54.7/100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737360"/>
            <a:ext cx="2377440" cy="14630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After auto-repair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100.0/100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A5A5A"/>
                </a:solidFill>
              </a:defRPr>
            </a:pPr>
            <a:r>
              <a:t>At max creativity, 100% of drafts broke a rule.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A5A5A"/>
                </a:solidFill>
              </a:defRPr>
            </a:pPr>
            <a:r>
              <a:t>After repair, 0% still had errors.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A5A5A"/>
                </a:solidFill>
              </a:defRPr>
            </a:pPr>
            <a:r>
              <a:t>Only broken fields are regenerated, which keeps cost low and keeps the parts the designer liked.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Guardrails: safety and copyright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Inappropriate content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Checked on input and output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Categories: violence, sexual, self-harm, drugs, hate, profanity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Prompt-injection attempts blocked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Copyright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Fuzzy name match vs protected characters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Franchise terms (Jedi, Hogwarts...)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Signature-trait combos (red cap + plumber)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• 'In the style of &lt;artist&gt;'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2514600" cy="1554480"/>
          </a:xfrm>
          <a:prstGeom prst="roundRect">
            <a:avLst/>
          </a:prstGeom>
          <a:solidFill>
            <a:srgbClr val="2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10/10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Unsafe briefs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737360"/>
            <a:ext cx="2514600" cy="1554480"/>
          </a:xfrm>
          <a:prstGeom prst="round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0/10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Safe briefs wrongly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566160"/>
            <a:ext cx="2514600" cy="1554480"/>
          </a:xfrm>
          <a:prstGeom prst="roundRect">
            <a:avLst/>
          </a:prstGeom>
          <a:solidFill>
            <a:srgbClr val="2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10/10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Copycat names flagged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566160"/>
            <a:ext cx="2514600" cy="1554480"/>
          </a:xfrm>
          <a:prstGeom prst="round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1/132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Original names false-flagged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Controlling computational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Token metering on every call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Model routing: small model for repair and dialogue, medium for creative work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Response cache: repeat requests cost $0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Field-level repair instead of full regeneration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Session budget cap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1E1E1E"/>
                </a:solidFill>
              </a:defRPr>
            </a:pPr>
            <a:r>
              <a:t>• Offline / local engine: $0 for prototyping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2194560" cy="1645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$0.0075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 character (routed)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28800"/>
            <a:ext cx="2194560" cy="164592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$0.0732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largest model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74903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A5A5A"/>
                </a:solidFill>
              </a:defRPr>
            </a:pPr>
            <a:r>
              <a:t>≈ 10x cheaper. Prices are illustrative tiers and editable in the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Human creative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AI output is always a draft: status 'pending' until a designer acts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Approve / Reject / Regenerate / Edit any field; edits are re-checked automatically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Concept art: pick 1 of 3 AI variations, ask for more, or upload your own artwork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Approving with rule errors requires an explicit, logged override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Full version history: author (AI or Designer), action, score, note, and a diff between versions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Only approved characters can be exported, with provenance included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1. Normal brief: a clean character that passes every check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2. High creativity: the AI breaks rules, then auto-repair takes the score from ~20 to 100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3. Unsafe brief and prompt injection: blocked before reaching the model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4. Copycat name 'Pikachoo': copyright flag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5. Dialogue and 3 story variations for the same character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6. Designer picks concept art, edits, approves, then exports a PDF character sheet with the 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Drafts w/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Draft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Final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Finals w/ errors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A5A5A"/>
                </a:solidFill>
              </a:defRPr>
            </a:pPr>
            <a:r>
              <a:t>8 automated tests passing, including a headless run of the whole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5B6EE1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202C4A"/>
                </a:solidFill>
              </a:defRPr>
            </a:pPr>
            <a: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Keyword filters can miss paraphrases: add a trained moderation model and embedding similarity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Use a licensed IP database instead of a sample list of protected names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Generate concept art with a local image model, using the same style guardrails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Multi-role review (writer, art director, legal) with comments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1E1E1E"/>
                </a:solidFill>
              </a:defRPr>
            </a:pPr>
            <a:r>
              <a:t>•  Fine-tune on the studio's approved characters for a consistent house style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D2DCF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